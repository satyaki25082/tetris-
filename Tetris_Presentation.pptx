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D721-9C27-F381-696C-92F6FF7D1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2B226-EDDC-4DE4-BE85-28EDD2918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665C-5D75-720F-0337-354579E9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F4D9-71A0-F07B-A86E-26F48A3D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1D3DC-BAA5-17FD-99D6-F6F6CA16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58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6842-FEBA-1AF8-D62C-97B53864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226DB-4643-5083-E7AC-82D5A06CE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AE50B-9917-EFD4-BB85-D14BD06A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A46F-2E3A-35A6-FCA0-CD4C98A7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21BF2-6A7F-409E-E202-B9818BD1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4947F-10AE-DF3F-2210-EBBAA4BC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3074C-FA38-F595-245F-E2F58C737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D369E-73BC-DE03-CED0-E31951A9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C2D5-9EEB-9C30-B222-CECCEA80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2CF7-5F64-AB2E-11F8-104D7A96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DDA4-0CF5-F354-BA5C-2A8F6964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A29E2-6F07-6A07-1902-117F8008F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9092D-6B80-6E9C-2E27-9CB2E5C9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8A9C4-F131-4992-AB34-174BB71F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A89AF-B160-6912-1E53-2B8D888B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AE75A-4CB1-2159-35A5-6FA89F2B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35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52DF-6572-2962-AA37-426EBE9B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38AA6-D01A-E7B4-19B2-E1B73B752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14DEE-2781-7782-0684-186763C53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3979E-949C-2E72-6A08-12D3E0DFA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0C6A6-2D30-1E7A-D974-9AB4D6377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A5A0F-69B1-8AC8-891B-94637F77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CB48D0-CF6B-7098-5E9E-B7A09B69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C4B25-9B4E-5B3E-1B0F-61A348D2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7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D265-51A3-B8A1-A7AD-B312EE96D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BD2C6-ACB1-530D-8AF4-483B87CF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E7230-2B90-A3ED-63A0-94F38107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2AF0-DC52-918E-4CD2-CED8D7F2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3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C851F-8504-85DE-BB29-CEEFE528F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09116-19BD-6B86-1C67-1F1FADF9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F1EC-E806-EBD5-F996-92862E28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67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4B41-4518-68D6-764D-62D5FF9A9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A3CF-3A0C-7041-21B4-1BC390152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413F6-4107-E5CC-A633-2F0A22553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DD78E-100B-8A8F-E2F3-115FEA45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23DC2-C56F-0486-E6F6-D5370543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7833D-E89A-F7FF-D044-7F90254C6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39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FB80-2916-6B0F-0D64-FE285046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37BB8-ACA3-704B-8B48-A3A2B7FF79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A047A-B14C-6DB7-5360-138DDE08E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76218-A226-D2C0-3B18-CA2D1BC7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45E97-331C-02A5-D234-DAC7D240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9D634-1768-0D5C-339A-1606F1AE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203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D742-74D5-8E75-1C49-AA1FF7A9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11CBB-842B-F3AB-FFBB-0BFE1BB9F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A2CFF-0675-CAF7-A399-C0EC6B67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D8F78-1739-BDC9-EBF3-75C6B7EF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882A-48B4-B4D6-DB28-0A64CAA6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4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D4C20-B6BB-21B5-4D1B-E09F6D46F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2D84C-7232-560F-CCD1-30D4A598E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338F7-1E0E-61B1-40EB-6156F137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4FA9-391D-B3F5-2545-C22966BE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78EAC-34DA-408A-215A-BA390DAE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79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EB7F2-09AC-C74F-F654-596751BA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08844-CAC9-121C-6376-7571ED48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EC3CD-80DD-FEE2-DC52-FD834AD55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3EF7B-704C-494C-8DDC-3AF3A9F2E65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2171D-0A8C-7301-83EB-9DFA99EC5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3BAD9-C919-49DB-DA0A-794B38384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D23BE-946E-4437-93BD-2B5D910F4C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57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0DBE13-E8EB-7FA2-DB65-5F08F967AC50}"/>
              </a:ext>
            </a:extLst>
          </p:cNvPr>
          <p:cNvSpPr txBox="1"/>
          <p:nvPr/>
        </p:nvSpPr>
        <p:spPr>
          <a:xfrm>
            <a:off x="330740" y="262647"/>
            <a:ext cx="259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 Programming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5E9BB-51DA-EEDA-D0D4-9A8BA4C6B804}"/>
              </a:ext>
            </a:extLst>
          </p:cNvPr>
          <p:cNvSpPr txBox="1"/>
          <p:nvPr/>
        </p:nvSpPr>
        <p:spPr>
          <a:xfrm>
            <a:off x="330740" y="924127"/>
            <a:ext cx="4885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>
                    <a:lumMod val="95000"/>
                  </a:schemeClr>
                </a:solidFill>
              </a:rPr>
              <a:t>TETRIS GAME USING 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F6713-5FC3-4329-77A0-4BBC0A00CC40}"/>
              </a:ext>
            </a:extLst>
          </p:cNvPr>
          <p:cNvSpPr txBox="1"/>
          <p:nvPr/>
        </p:nvSpPr>
        <p:spPr>
          <a:xfrm>
            <a:off x="408562" y="2441643"/>
            <a:ext cx="559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A Console-based interactive game built with arrays ,</a:t>
            </a:r>
          </a:p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Functions &amp; game logic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B2ACFA-6DB8-CEB2-CB3A-16A0812367D6}"/>
              </a:ext>
            </a:extLst>
          </p:cNvPr>
          <p:cNvCxnSpPr/>
          <p:nvPr/>
        </p:nvCxnSpPr>
        <p:spPr>
          <a:xfrm>
            <a:off x="583660" y="4250988"/>
            <a:ext cx="2340611" cy="0"/>
          </a:xfrm>
          <a:prstGeom prst="line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830CE2-6507-135A-87DE-8943563737F1}"/>
              </a:ext>
            </a:extLst>
          </p:cNvPr>
          <p:cNvSpPr txBox="1"/>
          <p:nvPr/>
        </p:nvSpPr>
        <p:spPr>
          <a:xfrm>
            <a:off x="486383" y="4659549"/>
            <a:ext cx="329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 : Satyaki Banerjee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1E84A-505C-1D70-EBDE-763BB33C915A}"/>
              </a:ext>
            </a:extLst>
          </p:cNvPr>
          <p:cNvSpPr txBox="1"/>
          <p:nvPr/>
        </p:nvSpPr>
        <p:spPr>
          <a:xfrm>
            <a:off x="452056" y="5229337"/>
            <a:ext cx="5169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Department of Computer Science &amp; Engineering ,</a:t>
            </a:r>
          </a:p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Indian Institute of Information Technology , Kalyani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99F36-3C59-BB58-AFE0-527EC60EB4B3}"/>
              </a:ext>
            </a:extLst>
          </p:cNvPr>
          <p:cNvSpPr/>
          <p:nvPr/>
        </p:nvSpPr>
        <p:spPr>
          <a:xfrm>
            <a:off x="7986409" y="924127"/>
            <a:ext cx="1429965" cy="13035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CD9460-91BB-45FC-77C4-1C9671F321B6}"/>
              </a:ext>
            </a:extLst>
          </p:cNvPr>
          <p:cNvSpPr/>
          <p:nvPr/>
        </p:nvSpPr>
        <p:spPr>
          <a:xfrm>
            <a:off x="9124545" y="2023353"/>
            <a:ext cx="1643974" cy="161479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4F38876-9AE8-DD8A-EA7E-8A154325F360}"/>
              </a:ext>
            </a:extLst>
          </p:cNvPr>
          <p:cNvSpPr/>
          <p:nvPr/>
        </p:nvSpPr>
        <p:spPr>
          <a:xfrm>
            <a:off x="10038944" y="447313"/>
            <a:ext cx="1945532" cy="1595655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CCF8F7B5-A76C-A9D7-743B-2CD93501FB53}"/>
              </a:ext>
            </a:extLst>
          </p:cNvPr>
          <p:cNvSpPr/>
          <p:nvPr/>
        </p:nvSpPr>
        <p:spPr>
          <a:xfrm>
            <a:off x="7529209" y="3638145"/>
            <a:ext cx="1060314" cy="1021403"/>
          </a:xfrm>
          <a:prstGeom prst="mathPl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4F04FF6C-02C6-9075-0BFD-AE5DF464248D}"/>
              </a:ext>
            </a:extLst>
          </p:cNvPr>
          <p:cNvSpPr/>
          <p:nvPr/>
        </p:nvSpPr>
        <p:spPr>
          <a:xfrm>
            <a:off x="8813260" y="3638145"/>
            <a:ext cx="914399" cy="1021403"/>
          </a:xfrm>
          <a:prstGeom prst="mathMinu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E7B09994-4E19-37D3-DA06-BCB693D0841E}"/>
              </a:ext>
            </a:extLst>
          </p:cNvPr>
          <p:cNvSpPr/>
          <p:nvPr/>
        </p:nvSpPr>
        <p:spPr>
          <a:xfrm>
            <a:off x="7504889" y="4776282"/>
            <a:ext cx="1108954" cy="1157591"/>
          </a:xfrm>
          <a:prstGeom prst="mathMultiply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Division Sign 14">
            <a:extLst>
              <a:ext uri="{FF2B5EF4-FFF2-40B4-BE49-F238E27FC236}">
                <a16:creationId xmlns:a16="http://schemas.microsoft.com/office/drawing/2014/main" id="{48C076F1-C77B-5FCE-E0F0-605F1F9DE347}"/>
              </a:ext>
            </a:extLst>
          </p:cNvPr>
          <p:cNvSpPr/>
          <p:nvPr/>
        </p:nvSpPr>
        <p:spPr>
          <a:xfrm>
            <a:off x="8813259" y="4922196"/>
            <a:ext cx="914399" cy="865762"/>
          </a:xfrm>
          <a:prstGeom prst="mathDivid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1C29ED-BC9C-9700-F14B-D9FF7BCF59C1}"/>
              </a:ext>
            </a:extLst>
          </p:cNvPr>
          <p:cNvSpPr txBox="1"/>
          <p:nvPr/>
        </p:nvSpPr>
        <p:spPr>
          <a:xfrm>
            <a:off x="5621869" y="5836758"/>
            <a:ext cx="10807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&lt;/&gt;</a:t>
            </a:r>
          </a:p>
        </p:txBody>
      </p:sp>
    </p:spTree>
    <p:extLst>
      <p:ext uri="{BB962C8B-B14F-4D97-AF65-F5344CB8AC3E}">
        <p14:creationId xmlns:p14="http://schemas.microsoft.com/office/powerpoint/2010/main" val="322561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AC2660-EF32-7728-4284-78CA8254F262}"/>
              </a:ext>
            </a:extLst>
          </p:cNvPr>
          <p:cNvSpPr txBox="1"/>
          <p:nvPr/>
        </p:nvSpPr>
        <p:spPr>
          <a:xfrm>
            <a:off x="97277" y="136188"/>
            <a:ext cx="1966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72352-8E92-EA9B-41FE-A2327EAA067F}"/>
              </a:ext>
            </a:extLst>
          </p:cNvPr>
          <p:cNvSpPr txBox="1"/>
          <p:nvPr/>
        </p:nvSpPr>
        <p:spPr>
          <a:xfrm>
            <a:off x="204281" y="885217"/>
            <a:ext cx="119805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7 Different </a:t>
            </a:r>
            <a:r>
              <a:rPr lang="en-IN" sz="2800" dirty="0" err="1">
                <a:solidFill>
                  <a:schemeClr val="bg1"/>
                </a:solidFill>
              </a:rPr>
              <a:t>Tetromino</a:t>
            </a:r>
            <a:r>
              <a:rPr lang="en-IN" sz="2800" dirty="0">
                <a:solidFill>
                  <a:schemeClr val="bg1"/>
                </a:solidFill>
              </a:rPr>
              <a:t> shapes fall into 10 x 20 playing field.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The players move and rotate each shape to form complete horizontal lines.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Completed lines  disappear and increase the score.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chemeClr val="bg1"/>
                </a:solidFill>
              </a:rPr>
              <a:t>The game ends when a new shape cannot fit as its starting position.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72D96-C2DE-2E9A-3861-C0E770E8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40" y="2701099"/>
            <a:ext cx="3871174" cy="40693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0002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1CF93E-7D6B-89C2-C637-1E09E037B9E1}"/>
              </a:ext>
            </a:extLst>
          </p:cNvPr>
          <p:cNvSpPr txBox="1"/>
          <p:nvPr/>
        </p:nvSpPr>
        <p:spPr>
          <a:xfrm>
            <a:off x="77821" y="107005"/>
            <a:ext cx="2179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07E6D-3155-21D9-655F-04A317A0597A}"/>
              </a:ext>
            </a:extLst>
          </p:cNvPr>
          <p:cNvSpPr txBox="1"/>
          <p:nvPr/>
        </p:nvSpPr>
        <p:spPr>
          <a:xfrm>
            <a:off x="262647" y="953311"/>
            <a:ext cx="111746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Build an interactive console based game using C programming.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Process keyboard input without pressing ENTER after every move.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Detect Collisions before moving and rotating the shape.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Clear full rows &amp; maintain a running score.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chemeClr val="bg1"/>
                </a:solidFill>
              </a:rPr>
              <a:t>Organise the program into reusable , focused functions.</a:t>
            </a:r>
          </a:p>
        </p:txBody>
      </p:sp>
      <p:pic>
        <p:nvPicPr>
          <p:cNvPr id="7" name="Graphic 6" descr="Game controller with solid fill">
            <a:extLst>
              <a:ext uri="{FF2B5EF4-FFF2-40B4-BE49-F238E27FC236}">
                <a16:creationId xmlns:a16="http://schemas.microsoft.com/office/drawing/2014/main" id="{053E2166-EE14-DBC4-55D3-9CDE1075D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9182" y="3083348"/>
            <a:ext cx="3592750" cy="35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2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2842DA-A9A0-4BD5-4E2A-20A96B148DC8}"/>
              </a:ext>
            </a:extLst>
          </p:cNvPr>
          <p:cNvSpPr txBox="1"/>
          <p:nvPr/>
        </p:nvSpPr>
        <p:spPr>
          <a:xfrm>
            <a:off x="68094" y="107004"/>
            <a:ext cx="3644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GAME COMPONENTS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FE7E0-7F6A-03FE-758D-E24E531C1F75}"/>
              </a:ext>
            </a:extLst>
          </p:cNvPr>
          <p:cNvSpPr txBox="1"/>
          <p:nvPr/>
        </p:nvSpPr>
        <p:spPr>
          <a:xfrm>
            <a:off x="45419" y="630224"/>
            <a:ext cx="535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The board &amp; shapes are represented with 2-D arrays.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683C1-FD5C-AB65-C9F7-1CAD7B8A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98" y="1516307"/>
            <a:ext cx="5014395" cy="15012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09D4EB-F1D9-86AA-57FB-55D53C448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577" y="1554410"/>
            <a:ext cx="5029636" cy="14631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CB6D77-8FD0-738B-A608-BB7B9EE71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16" y="4117655"/>
            <a:ext cx="5044877" cy="14631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79C5CD-4388-6D60-5885-983532DF6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577" y="4117655"/>
            <a:ext cx="5029636" cy="14250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Graphic 13" descr="Gauge with solid fill">
            <a:extLst>
              <a:ext uri="{FF2B5EF4-FFF2-40B4-BE49-F238E27FC236}">
                <a16:creationId xmlns:a16="http://schemas.microsoft.com/office/drawing/2014/main" id="{67575A8D-14AF-EFE5-CF75-FDE3D2C6F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2068" y="5851187"/>
            <a:ext cx="914400" cy="914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649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A6F2C-1082-6FB8-3EA6-5808E6B0AF89}"/>
              </a:ext>
            </a:extLst>
          </p:cNvPr>
          <p:cNvSpPr txBox="1"/>
          <p:nvPr/>
        </p:nvSpPr>
        <p:spPr>
          <a:xfrm>
            <a:off x="0" y="77822"/>
            <a:ext cx="5935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&amp; LIBRARIES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A0C8D-9FEB-1D65-AE5F-0CEFE20C7217}"/>
              </a:ext>
            </a:extLst>
          </p:cNvPr>
          <p:cNvSpPr txBox="1"/>
          <p:nvPr/>
        </p:nvSpPr>
        <p:spPr>
          <a:xfrm>
            <a:off x="0" y="601042"/>
            <a:ext cx="7925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The implementation uses terminal features available in POSIX-like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46F5A-0CE5-CB03-7375-DF38F85D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5" y="1124262"/>
            <a:ext cx="9804698" cy="55651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872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2052F-3CB9-2959-A25A-CC4F4C15CFF8}"/>
              </a:ext>
            </a:extLst>
          </p:cNvPr>
          <p:cNvSpPr txBox="1"/>
          <p:nvPr/>
        </p:nvSpPr>
        <p:spPr>
          <a:xfrm>
            <a:off x="107004" y="107004"/>
            <a:ext cx="3159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GAME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2E0AA-7771-04B1-9D73-2C70F93C39C2}"/>
              </a:ext>
            </a:extLst>
          </p:cNvPr>
          <p:cNvSpPr txBox="1"/>
          <p:nvPr/>
        </p:nvSpPr>
        <p:spPr>
          <a:xfrm>
            <a:off x="107004" y="630224"/>
            <a:ext cx="396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A simplified view of loop inside main().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50653-DDA3-BB01-BC99-59AC514C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438" y="1153444"/>
            <a:ext cx="4938188" cy="381795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3C04FE-FAF8-5557-C23A-455D4701E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248" y="1153443"/>
            <a:ext cx="5022797" cy="381795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C88A74-8C4F-CECC-8B25-9E5C6B68FEC9}"/>
              </a:ext>
            </a:extLst>
          </p:cNvPr>
          <p:cNvSpPr txBox="1"/>
          <p:nvPr/>
        </p:nvSpPr>
        <p:spPr>
          <a:xfrm>
            <a:off x="612843" y="6031149"/>
            <a:ext cx="6570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solidFill>
                  <a:srgbClr val="FFFF00"/>
                </a:solidFill>
              </a:rPr>
              <a:t>The loop repeats until the next shape collides at its own position.</a:t>
            </a:r>
          </a:p>
        </p:txBody>
      </p:sp>
    </p:spTree>
    <p:extLst>
      <p:ext uri="{BB962C8B-B14F-4D97-AF65-F5344CB8AC3E}">
        <p14:creationId xmlns:p14="http://schemas.microsoft.com/office/powerpoint/2010/main" val="266003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015DB2-907C-CADF-E620-7234237F4AFC}"/>
              </a:ext>
            </a:extLst>
          </p:cNvPr>
          <p:cNvSpPr txBox="1"/>
          <p:nvPr/>
        </p:nvSpPr>
        <p:spPr>
          <a:xfrm>
            <a:off x="0" y="0"/>
            <a:ext cx="5284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THE GAME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7C34F-0E03-1C06-6D57-FD28B8EC97E8}"/>
              </a:ext>
            </a:extLst>
          </p:cNvPr>
          <p:cNvSpPr txBox="1"/>
          <p:nvPr/>
        </p:nvSpPr>
        <p:spPr>
          <a:xfrm>
            <a:off x="0" y="544749"/>
            <a:ext cx="520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75000"/>
                  </a:schemeClr>
                </a:solidFill>
              </a:rPr>
              <a:t>Three key operations keep gameplay consistent.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4ECB3-678F-6062-0F21-F517627D3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527"/>
            <a:ext cx="12192000" cy="4645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962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FD2617-3C99-8F47-0950-94CC99EE9A94}"/>
              </a:ext>
            </a:extLst>
          </p:cNvPr>
          <p:cNvSpPr txBox="1"/>
          <p:nvPr/>
        </p:nvSpPr>
        <p:spPr>
          <a:xfrm>
            <a:off x="0" y="0"/>
            <a:ext cx="5480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CONTROLS &amp; CONSOLE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8D1BC-D879-C135-8490-4AF9F4C74E8B}"/>
              </a:ext>
            </a:extLst>
          </p:cNvPr>
          <p:cNvSpPr txBox="1"/>
          <p:nvPr/>
        </p:nvSpPr>
        <p:spPr>
          <a:xfrm>
            <a:off x="0" y="523220"/>
            <a:ext cx="658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75000"/>
                  </a:schemeClr>
                </a:solidFill>
              </a:rPr>
              <a:t>The board is drawn using # for occupied cells &amp;  .  For empty cells.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D6F2D-E035-9947-1F43-92CF6A07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65" y="1046440"/>
            <a:ext cx="11963516" cy="47123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9758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FA7636-0DB5-C87B-2491-038FDB27459B}"/>
              </a:ext>
            </a:extLst>
          </p:cNvPr>
          <p:cNvSpPr txBox="1"/>
          <p:nvPr/>
        </p:nvSpPr>
        <p:spPr>
          <a:xfrm>
            <a:off x="0" y="0"/>
            <a:ext cx="4042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SCORING &amp; GAMEOVER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3AD32-576C-F058-A3A0-84A98529BE68}"/>
              </a:ext>
            </a:extLst>
          </p:cNvPr>
          <p:cNvSpPr txBox="1"/>
          <p:nvPr/>
        </p:nvSpPr>
        <p:spPr>
          <a:xfrm>
            <a:off x="0" y="523220"/>
            <a:ext cx="5733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Simple rules determine progress and the end of a round.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58BC7-5BDB-D10A-453E-70E73907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5" y="1415772"/>
            <a:ext cx="5972906" cy="329139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0863A-7DA0-071A-26D2-26FCA1013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395" y="1643974"/>
            <a:ext cx="6253777" cy="296031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DCA28F-C33A-74B2-8655-7E80D38B4126}"/>
              </a:ext>
            </a:extLst>
          </p:cNvPr>
          <p:cNvSpPr txBox="1"/>
          <p:nvPr/>
        </p:nvSpPr>
        <p:spPr>
          <a:xfrm>
            <a:off x="340345" y="5811560"/>
            <a:ext cx="7910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: 3 cleared lines x 100 points = 300 points</a:t>
            </a:r>
          </a:p>
        </p:txBody>
      </p:sp>
    </p:spTree>
    <p:extLst>
      <p:ext uri="{BB962C8B-B14F-4D97-AF65-F5344CB8AC3E}">
        <p14:creationId xmlns:p14="http://schemas.microsoft.com/office/powerpoint/2010/main" val="274269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66FC32-70FE-7364-BC3C-E5297125171C}"/>
              </a:ext>
            </a:extLst>
          </p:cNvPr>
          <p:cNvSpPr txBox="1"/>
          <p:nvPr/>
        </p:nvSpPr>
        <p:spPr>
          <a:xfrm>
            <a:off x="97276" y="214009"/>
            <a:ext cx="4685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LIMITS AND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CE06A-4627-71EB-564F-414EF1D7BB39}"/>
              </a:ext>
            </a:extLst>
          </p:cNvPr>
          <p:cNvSpPr txBox="1"/>
          <p:nvPr/>
        </p:nvSpPr>
        <p:spPr>
          <a:xfrm>
            <a:off x="97276" y="737229"/>
            <a:ext cx="615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Possible improvements beyond the current console version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C906F-E277-66E8-8D8F-E49492DBA362}"/>
              </a:ext>
            </a:extLst>
          </p:cNvPr>
          <p:cNvSpPr txBox="1"/>
          <p:nvPr/>
        </p:nvSpPr>
        <p:spPr>
          <a:xfrm>
            <a:off x="291830" y="1410511"/>
            <a:ext cx="111626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</a:rPr>
              <a:t>Add levels with increasing falling speed.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</a:rPr>
              <a:t>Preview the next </a:t>
            </a:r>
            <a:r>
              <a:rPr lang="en-IN" sz="3200" dirty="0" err="1">
                <a:solidFill>
                  <a:srgbClr val="FFFF00"/>
                </a:solidFill>
              </a:rPr>
              <a:t>Tetromino</a:t>
            </a:r>
            <a:r>
              <a:rPr lang="en-IN" sz="3200" dirty="0">
                <a:solidFill>
                  <a:srgbClr val="FFFF00"/>
                </a:solidFill>
              </a:rPr>
              <a:t> &amp; display a high score table.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</a:rPr>
              <a:t>Add colours , sound effects , pause and restart options.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</a:rPr>
              <a:t>Create a graphical version using SDL or another library.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3200" dirty="0">
                <a:solidFill>
                  <a:srgbClr val="FFFF00"/>
                </a:solidFill>
              </a:rPr>
              <a:t>Improve terminal portability and input handling for Windows.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6" name="Graphic 5" descr="Internet with solid fill">
            <a:extLst>
              <a:ext uri="{FF2B5EF4-FFF2-40B4-BE49-F238E27FC236}">
                <a16:creationId xmlns:a16="http://schemas.microsoft.com/office/drawing/2014/main" id="{A32989D2-DAC0-7E64-03A1-76B0C737DA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7080" y="3074528"/>
            <a:ext cx="4400146" cy="440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2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C868E-97B1-945C-3C70-0B026C873A3E}"/>
              </a:ext>
            </a:extLst>
          </p:cNvPr>
          <p:cNvSpPr txBox="1"/>
          <p:nvPr/>
        </p:nvSpPr>
        <p:spPr>
          <a:xfrm>
            <a:off x="311285" y="340468"/>
            <a:ext cx="3801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21EFC-2176-893B-12CD-8A491125B058}"/>
              </a:ext>
            </a:extLst>
          </p:cNvPr>
          <p:cNvSpPr txBox="1"/>
          <p:nvPr/>
        </p:nvSpPr>
        <p:spPr>
          <a:xfrm>
            <a:off x="311285" y="1196502"/>
            <a:ext cx="49389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A small game , a lot of useful programming.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CCE53-B950-1243-DA54-89E867DF1473}"/>
              </a:ext>
            </a:extLst>
          </p:cNvPr>
          <p:cNvSpPr txBox="1"/>
          <p:nvPr/>
        </p:nvSpPr>
        <p:spPr>
          <a:xfrm>
            <a:off x="447472" y="2130357"/>
            <a:ext cx="99440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FF00"/>
                </a:solidFill>
              </a:rPr>
              <a:t>This project brings together arrays , functions , loops ,</a:t>
            </a:r>
          </a:p>
          <a:p>
            <a:r>
              <a:rPr lang="en-IN" sz="3200" dirty="0">
                <a:solidFill>
                  <a:srgbClr val="FFFF00"/>
                </a:solidFill>
              </a:rPr>
              <a:t>Conditionals , Randomization , Matrix Transformations ,</a:t>
            </a:r>
          </a:p>
          <a:p>
            <a:r>
              <a:rPr lang="en-IN" sz="3200" dirty="0">
                <a:solidFill>
                  <a:srgbClr val="FFFF00"/>
                </a:solidFill>
              </a:rPr>
              <a:t>Collision Detections , and Terminal Input Handling.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Xbox Wireless Controller-White">
                <a:extLst>
                  <a:ext uri="{FF2B5EF4-FFF2-40B4-BE49-F238E27FC236}">
                    <a16:creationId xmlns:a16="http://schemas.microsoft.com/office/drawing/2014/main" id="{0916E9BA-9D56-E485-C1E3-77DF953AC62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1128353"/>
                  </p:ext>
                </p:extLst>
              </p:nvPr>
            </p:nvGraphicFramePr>
            <p:xfrm>
              <a:off x="4384228" y="3281538"/>
              <a:ext cx="2658598" cy="316499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658598" cy="3164998"/>
                    </a:xfrm>
                    <a:prstGeom prst="rect">
                      <a:avLst/>
                    </a:prstGeom>
                  </am3d:spPr>
                  <am3d:camera>
                    <am3d:pos x="0" y="0" z="612463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26873" d="1000000"/>
                    <am3d:preTrans dx="-5219360" dy="-1092676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27089" ay="-1903498" az="-257088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9245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Xbox Wireless Controller-White">
                <a:extLst>
                  <a:ext uri="{FF2B5EF4-FFF2-40B4-BE49-F238E27FC236}">
                    <a16:creationId xmlns:a16="http://schemas.microsoft.com/office/drawing/2014/main" id="{0916E9BA-9D56-E485-C1E3-77DF953AC6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4228" y="3281538"/>
                <a:ext cx="2658598" cy="316499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036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65F231-0D71-78A0-31F3-B53579FCA0FD}"/>
              </a:ext>
            </a:extLst>
          </p:cNvPr>
          <p:cNvSpPr txBox="1"/>
          <p:nvPr/>
        </p:nvSpPr>
        <p:spPr>
          <a:xfrm>
            <a:off x="1887166" y="1352144"/>
            <a:ext cx="7708905" cy="264687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16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ush Script MT" panose="03060802040406070304" pitchFamily="66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51E34-8B55-BAC9-215C-8D4182FE4B6C}"/>
              </a:ext>
            </a:extLst>
          </p:cNvPr>
          <p:cNvSpPr txBox="1"/>
          <p:nvPr/>
        </p:nvSpPr>
        <p:spPr>
          <a:xfrm>
            <a:off x="5042122" y="5505856"/>
            <a:ext cx="2107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Questions ? </a:t>
            </a:r>
          </a:p>
        </p:txBody>
      </p:sp>
    </p:spTree>
    <p:extLst>
      <p:ext uri="{BB962C8B-B14F-4D97-AF65-F5344CB8AC3E}">
        <p14:creationId xmlns:p14="http://schemas.microsoft.com/office/powerpoint/2010/main" val="78666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339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Brush Script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Satyaki Banerjee</dc:creator>
  <cp:lastModifiedBy>Satyaki Banerjee</cp:lastModifiedBy>
  <cp:revision>1</cp:revision>
  <dcterms:created xsi:type="dcterms:W3CDTF">2026-10-09T22:54:28Z</dcterms:created>
  <dcterms:modified xsi:type="dcterms:W3CDTF">2026-10-10T00:12:38Z</dcterms:modified>
</cp:coreProperties>
</file>